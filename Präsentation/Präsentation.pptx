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3" r:id="rId4"/>
    <p:sldId id="258" r:id="rId5"/>
    <p:sldId id="259" r:id="rId6"/>
    <p:sldId id="260" r:id="rId7"/>
    <p:sldId id="261" r:id="rId8"/>
    <p:sldId id="262" r:id="rId9"/>
    <p:sldId id="264" r:id="rId10"/>
    <p:sldId id="265" r:id="rId11"/>
    <p:sldId id="266" r:id="rId12"/>
    <p:sldId id="267" r:id="rId13"/>
    <p:sldId id="268" r:id="rId1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26.08.2026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Stand: Mittwoch 12:28</a:t>
            </a:r>
          </a:p>
        </p:txBody>
      </p:sp>
      <p:sp>
        <p:nvSpPr>
          <p:cNvPr id="4" name="Foliennummernplatzhalter 3"/>
          <p:cNvSpPr>
            <a:spLocks noGrp="1"/>
          </p:cNvSpPr>
          <p:nvPr>
            <p:ph type="sldNum" sz="quarter" idx="5"/>
          </p:nvPr>
        </p:nvSpPr>
        <p:spPr/>
        <p:txBody>
          <a:bodyPr/>
          <a:lstStyle/>
          <a:p>
            <a:fld id="{F9573A14-2FD9-4F88-9CDD-7A01E9A13A5F}" type="slidenum">
              <a:rPr lang="de-DE" smtClean="0"/>
              <a:t>4</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12:28</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10</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12:28</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11</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Stand: Mittwoch 12:28</a:t>
            </a:r>
          </a:p>
          <a:p>
            <a:endParaRPr lang="de-DE"/>
          </a:p>
        </p:txBody>
      </p:sp>
      <p:sp>
        <p:nvSpPr>
          <p:cNvPr id="4" name="Foliennummernplatzhalter 3"/>
          <p:cNvSpPr>
            <a:spLocks noGrp="1"/>
          </p:cNvSpPr>
          <p:nvPr>
            <p:ph type="sldNum" sz="quarter" idx="5"/>
          </p:nvPr>
        </p:nvSpPr>
        <p:spPr/>
        <p:txBody>
          <a:bodyPr/>
          <a:lstStyle/>
          <a:p>
            <a:fld id="{F9573A14-2FD9-4F88-9CDD-7A01E9A13A5F}" type="slidenum">
              <a:rPr lang="de-DE" smtClean="0"/>
              <a:t>12</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F7FC6-07F6-421A-8FD9-92A0CA065868}" type="datetimeFigureOut">
              <a:rPr lang="de-DE" smtClean="0"/>
              <a:t>26.08.2026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165896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Tree>
    <p:extLst>
      <p:ext uri="{BB962C8B-B14F-4D97-AF65-F5344CB8AC3E}">
        <p14:creationId xmlns:p14="http://schemas.microsoft.com/office/powerpoint/2010/main" val="4235622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47A2DD-B513-9CAE-097B-46D56B639D2B}"/>
              </a:ext>
            </a:extLst>
          </p:cNvPr>
          <p:cNvSpPr>
            <a:spLocks noGrp="1"/>
          </p:cNvSpPr>
          <p:nvPr>
            <p:ph type="title"/>
          </p:nvPr>
        </p:nvSpPr>
        <p:spPr/>
        <p:txBody>
          <a:bodyPr/>
          <a:lstStyle/>
          <a:p>
            <a:r>
              <a:rPr lang="de-DE" dirty="0"/>
              <a:t>Relationales Schema</a:t>
            </a:r>
          </a:p>
        </p:txBody>
      </p:sp>
      <p:sp>
        <p:nvSpPr>
          <p:cNvPr id="3" name="Inhaltsplatzhalter 2">
            <a:extLst>
              <a:ext uri="{FF2B5EF4-FFF2-40B4-BE49-F238E27FC236}">
                <a16:creationId xmlns:a16="http://schemas.microsoft.com/office/drawing/2014/main" id="{637DD96A-1D7C-AE1B-9BBA-C416AC28B2AF}"/>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813430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3FD591-FEFE-C790-E324-95CC3715A429}"/>
              </a:ext>
            </a:extLst>
          </p:cNvPr>
          <p:cNvSpPr>
            <a:spLocks noGrp="1"/>
          </p:cNvSpPr>
          <p:nvPr>
            <p:ph type="title"/>
          </p:nvPr>
        </p:nvSpPr>
        <p:spPr/>
        <p:txBody>
          <a:bodyPr/>
          <a:lstStyle/>
          <a:p>
            <a:r>
              <a:rPr lang="de-DE" dirty="0"/>
              <a:t>Normalform-Überprüfung</a:t>
            </a:r>
          </a:p>
        </p:txBody>
      </p:sp>
      <p:sp>
        <p:nvSpPr>
          <p:cNvPr id="3" name="Inhaltsplatzhalter 2">
            <a:extLst>
              <a:ext uri="{FF2B5EF4-FFF2-40B4-BE49-F238E27FC236}">
                <a16:creationId xmlns:a16="http://schemas.microsoft.com/office/drawing/2014/main" id="{5967946A-B62B-A3C9-3EA7-AD8272504AA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0596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205810-A1A2-AAB5-2E5A-B46F5FB3BEE9}"/>
              </a:ext>
            </a:extLst>
          </p:cNvPr>
          <p:cNvSpPr>
            <a:spLocks noGrp="1"/>
          </p:cNvSpPr>
          <p:nvPr>
            <p:ph type="title"/>
          </p:nvPr>
        </p:nvSpPr>
        <p:spPr/>
        <p:txBody>
          <a:bodyPr/>
          <a:lstStyle/>
          <a:p>
            <a:r>
              <a:rPr lang="de-DE" dirty="0"/>
              <a:t>Speicherplatzberechnung</a:t>
            </a:r>
          </a:p>
        </p:txBody>
      </p:sp>
      <p:sp>
        <p:nvSpPr>
          <p:cNvPr id="3" name="Inhaltsplatzhalter 2">
            <a:extLst>
              <a:ext uri="{FF2B5EF4-FFF2-40B4-BE49-F238E27FC236}">
                <a16:creationId xmlns:a16="http://schemas.microsoft.com/office/drawing/2014/main" id="{AB6C21D1-2921-2860-E730-7DB0FD765F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86204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282488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Tree>
    <p:extLst>
      <p:ext uri="{BB962C8B-B14F-4D97-AF65-F5344CB8AC3E}">
        <p14:creationId xmlns:p14="http://schemas.microsoft.com/office/powerpoint/2010/main" val="237497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Tree>
    <p:extLst>
      <p:ext uri="{BB962C8B-B14F-4D97-AF65-F5344CB8AC3E}">
        <p14:creationId xmlns:p14="http://schemas.microsoft.com/office/powerpoint/2010/main" val="427920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Tree>
    <p:extLst>
      <p:ext uri="{BB962C8B-B14F-4D97-AF65-F5344CB8AC3E}">
        <p14:creationId xmlns:p14="http://schemas.microsoft.com/office/powerpoint/2010/main" val="7631795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Tree>
    <p:extLst>
      <p:ext uri="{BB962C8B-B14F-4D97-AF65-F5344CB8AC3E}">
        <p14:creationId xmlns:p14="http://schemas.microsoft.com/office/powerpoint/2010/main" val="1190778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C2311D-E75B-2973-3E6F-0EB0FACB9F26}"/>
              </a:ext>
            </a:extLst>
          </p:cNvPr>
          <p:cNvSpPr>
            <a:spLocks noGrp="1"/>
          </p:cNvSpPr>
          <p:nvPr>
            <p:ph type="title"/>
          </p:nvPr>
        </p:nvSpPr>
        <p:spPr/>
        <p:txBody>
          <a:bodyPr/>
          <a:lstStyle/>
          <a:p>
            <a:r>
              <a:rPr lang="de-DE" dirty="0"/>
              <a:t>ETL – Mapping Tabelle</a:t>
            </a:r>
          </a:p>
        </p:txBody>
      </p:sp>
      <p:sp>
        <p:nvSpPr>
          <p:cNvPr id="3" name="Inhaltsplatzhalter 2">
            <a:extLst>
              <a:ext uri="{FF2B5EF4-FFF2-40B4-BE49-F238E27FC236}">
                <a16:creationId xmlns:a16="http://schemas.microsoft.com/office/drawing/2014/main" id="{6C270558-67B5-2E63-161E-DB5D3489FD15}"/>
              </a:ext>
            </a:extLst>
          </p:cNvPr>
          <p:cNvSpPr>
            <a:spLocks noGrp="1"/>
          </p:cNvSpPr>
          <p:nvPr>
            <p:ph idx="1"/>
          </p:nvPr>
        </p:nvSpPr>
        <p:spPr/>
        <p:txBody>
          <a:bodyPr/>
          <a:lstStyle/>
          <a:p>
            <a:r>
              <a:rPr lang="de-DE" dirty="0"/>
              <a:t>Wesentliche Erkenntnisse:</a:t>
            </a:r>
          </a:p>
        </p:txBody>
      </p:sp>
    </p:spTree>
    <p:extLst>
      <p:ext uri="{BB962C8B-B14F-4D97-AF65-F5344CB8AC3E}">
        <p14:creationId xmlns:p14="http://schemas.microsoft.com/office/powerpoint/2010/main" val="417860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422</Words>
  <Application>Microsoft Office PowerPoint</Application>
  <PresentationFormat>Breitbild</PresentationFormat>
  <Paragraphs>46</Paragraphs>
  <Slides>13</Slides>
  <Notes>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13</vt:i4>
      </vt:variant>
    </vt:vector>
  </HeadingPairs>
  <TitlesOfParts>
    <vt:vector size="17" baseType="lpstr">
      <vt:lpstr>Aptos</vt:lpstr>
      <vt:lpstr>Aptos Display</vt:lpstr>
      <vt:lpstr>Arial</vt:lpstr>
      <vt:lpstr>Office</vt:lpstr>
      <vt:lpstr>Projekt Brotzeit</vt:lpstr>
      <vt:lpstr>Projektbeschreibung</vt:lpstr>
      <vt:lpstr>Business-Datenbank</vt:lpstr>
      <vt:lpstr>ER-Modell</vt:lpstr>
      <vt:lpstr>Relationales Schema</vt:lpstr>
      <vt:lpstr>Normalform-Überprüfung</vt:lpstr>
      <vt:lpstr>Speicherplatzberechnung</vt:lpstr>
      <vt:lpstr>Data Warehouse</vt:lpstr>
      <vt:lpstr>DWH-Fragen</vt:lpstr>
      <vt:lpstr>mER</vt:lpstr>
      <vt:lpstr>Logisches Modell Galaxy Schema</vt:lpstr>
      <vt:lpstr>Logisches Modell Galaxy Schema</vt:lpstr>
      <vt:lpstr>ETL – Mapping Tabelle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4</cp:revision>
  <dcterms:created xsi:type="dcterms:W3CDTF">2026-08-26T09:06:01Z</dcterms:created>
  <dcterms:modified xsi:type="dcterms:W3CDTF">2026-08-26T10:29:01Z</dcterms:modified>
</cp:coreProperties>
</file>