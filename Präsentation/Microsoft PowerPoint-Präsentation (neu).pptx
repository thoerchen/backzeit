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2DBC41-2B94-4D2B-BFF5-6BC1820DA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B06170A-13C1-4384-8B57-A1F87C4B9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1105F3-13B3-4C16-83D5-FB406BDD5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C5B8-066C-4797-8C08-8729143D2570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18856A-F08B-480F-8B0E-F5E8DD210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3849FD7-76EE-4930-B653-DE21D0D96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D6FD-6C58-49D2-927F-89B724AEAAA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192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0B87A9-3A0D-46BF-974E-9E6EF8326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67DE36-8DA3-4DFA-84CC-312AB11C1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9E7A14-922C-4B00-8D00-5C561548B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C5B8-066C-4797-8C08-8729143D2570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AD2490-2271-4A64-BCE5-E02025DAE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BBF6B5B-51B6-44DC-96A4-07CBD429A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D6FD-6C58-49D2-927F-89B724AEAAA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5948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D008C4-7AFE-45E0-86A4-811662C53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D02D558-4087-4406-B2E6-6AE4BFEFD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E1E694-9354-4F7F-9060-00B0FECBF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C5B8-066C-4797-8C08-8729143D2570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014FE2-6F93-4218-8618-80999605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6C1FADD-8111-4357-9F7F-7DDA78AF7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D6FD-6C58-49D2-927F-89B724AEAAA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1798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142286-309B-4B25-B905-D1498D188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149DFE-2940-4675-BB48-0DBEB155A1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BABD3EE-5AB7-49D4-8A37-715FE995D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EB0F76E-529E-4001-8C2E-0B1B5AA50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C5B8-066C-4797-8C08-8729143D2570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51B2D45-3FC7-4C63-B50B-0DC031E79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934F1AC-8C3E-4089-9BA2-5164FC61E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D6FD-6C58-49D2-927F-89B724AEAAA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3318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B23752-06B8-496A-A4D0-2B154B9A7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3169C4A-9CD9-4FD0-A350-358467A43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8E83AB9-1CC5-44A9-B96F-84FECDA35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5E071A1-89F6-4492-90AF-E146C2900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0E9B29F-40A7-458E-88EC-9D65CB5D31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27D2A00-C03A-43C6-BEA3-5EB708CBC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C5B8-066C-4797-8C08-8729143D2570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22F4570-D599-411F-899B-C3AA79F1D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44B63AA-9257-44B3-BBDA-A42932891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D6FD-6C58-49D2-927F-89B724AEAAA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801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CE42BD-F676-40A0-88E7-5AFFCDD8A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2BC4B21-A270-4B12-812B-21CCBD808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C5B8-066C-4797-8C08-8729143D2570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8B01CB9-7074-40F4-B24B-00EA41E7E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ACE78D7-2092-46DF-B58F-15A43AD6F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D6FD-6C58-49D2-927F-89B724AEAAA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2996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3C601E7-F69D-4BFB-98C1-4EE1B3840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C5B8-066C-4797-8C08-8729143D2570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C82935B-6D07-4516-8BA8-10705E834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933D4F3-D305-43D0-9699-346872242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D6FD-6C58-49D2-927F-89B724AEAAA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57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67B199-5D40-4943-BB88-EB1363AF5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06B268-4386-4DF4-B1CB-4E6307BF9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DCF7266-5A18-41C5-A779-2B055101C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8320229-CD6C-4436-9411-2712E9323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C5B8-066C-4797-8C08-8729143D2570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49A3859-34D6-4882-AD7D-88AC15E7F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24DD652-D363-4D33-AB82-6653E1E29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D6FD-6C58-49D2-927F-89B724AEAAA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692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A57CF5-28E1-4622-8EA4-E0BCD529F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5EB1B2B-A771-4CE6-BA4F-939E2DB4A8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0FD2185-39CA-4AF0-8364-3FF7B6C01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70E9492-9D32-4454-8C66-7465B72A0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C5B8-066C-4797-8C08-8729143D2570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54FFBF-0F52-4888-9E9E-6B839D9F7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3EF4FF-B09C-4C9C-9A14-9B3535692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D6FD-6C58-49D2-927F-89B724AEAAA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1767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143B60-7624-49F8-9E6B-E789BA2D1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4E1A7FD-AA4B-4173-9066-09F05C483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47A3A2-A843-42F0-9ECE-6C3D6CC1B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C5B8-066C-4797-8C08-8729143D2570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A8AB5F-B2C2-4EFA-99C4-6AD0250B5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37AB10-9FE3-4823-8722-5C945E47D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D6FD-6C58-49D2-927F-89B724AEAAA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0273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8B82A90-6A7D-4FA7-B260-273D1A6172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6CDC6D5-2F48-4550-925B-3B12B6669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54ECE5-3486-40A4-8D0E-C260158EA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C5B8-066C-4797-8C08-8729143D2570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F2D5CAF-B0B7-44B1-8E2C-946ED5C7F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C85364-B6EC-4CBB-A989-E578D2273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D6FD-6C58-49D2-927F-89B724AEAAA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1642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44BA136-CF83-4EDD-A546-E48BD4DC9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E8081D-97FE-4082-AD84-7344C86F1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A4DE1D-BF98-4CA7-94EC-CBE56FFDF3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1C5B8-066C-4797-8C08-8729143D2570}" type="datetimeFigureOut">
              <a:rPr lang="de-DE" smtClean="0"/>
              <a:t>28.08.2026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9367FD-53AC-4641-8BE4-540F97A5A9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3E3044-B4D3-4E2C-A85D-8BCFC96D2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D6FD-6C58-49D2-927F-89B724AEAAA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1821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8E529D-A1CE-4AA8-93A9-20D090AF7B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EAF70E2-589A-49CA-B4F9-6D70EF485E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361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B860B5-6996-46D6-BDBA-BB4E12AA3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Einschränkungen / Randbedingungen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6E3B3A-8665-46F9-9318-9B5104BBC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Jede Filiale hat nur eine Kasse mit Profilen je Verkäufer</a:t>
            </a:r>
            <a:br>
              <a:rPr lang="de-DE" dirty="0"/>
            </a:br>
            <a:r>
              <a:rPr lang="de-DE" dirty="0">
                <a:sym typeface="Wingdings" panose="05000000000000000000" pitchFamily="2" charset="2"/>
              </a:rPr>
              <a:t> pro Filiale kann zu einem Zeitpunkt nur ein Verkauf stattfinden</a:t>
            </a:r>
          </a:p>
          <a:p>
            <a:r>
              <a:rPr lang="de-DE" dirty="0"/>
              <a:t>Es gibt eine Personaldatenbank mit allen Mitarbeitern aber im Kassensystem sind nur die Verkäufer gespeichert</a:t>
            </a:r>
          </a:p>
          <a:p>
            <a:r>
              <a:rPr lang="de-DE" dirty="0"/>
              <a:t>Die Bäcker speichern ihre Rezepte in einer Rezeptdatenbank und es gibt verschiedene Versionen, wenn sich Kleinigkeiten ändern, ohne dass es ein neues Produkt wird</a:t>
            </a:r>
          </a:p>
        </p:txBody>
      </p:sp>
    </p:spTree>
    <p:extLst>
      <p:ext uri="{BB962C8B-B14F-4D97-AF65-F5344CB8AC3E}">
        <p14:creationId xmlns:p14="http://schemas.microsoft.com/office/powerpoint/2010/main" val="1540717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506AFC-55D7-40D5-84C4-433E6F84B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Schedule von ETL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80BDF2-C30D-4EBB-B71C-961D344D3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D_Datum</a:t>
            </a:r>
            <a:r>
              <a:rPr lang="de-DE" dirty="0"/>
              <a:t>: 1x jährlich</a:t>
            </a:r>
          </a:p>
          <a:p>
            <a:r>
              <a:rPr lang="de-DE" dirty="0" err="1"/>
              <a:t>D_Zeit</a:t>
            </a:r>
            <a:r>
              <a:rPr lang="de-DE" dirty="0"/>
              <a:t>: einmalig</a:t>
            </a:r>
          </a:p>
          <a:p>
            <a:r>
              <a:rPr lang="de-DE" dirty="0" err="1"/>
              <a:t>D_Verkäufer</a:t>
            </a:r>
            <a:r>
              <a:rPr lang="de-DE" dirty="0"/>
              <a:t>: 1x monatlich</a:t>
            </a:r>
          </a:p>
          <a:p>
            <a:r>
              <a:rPr lang="de-DE" dirty="0" err="1"/>
              <a:t>D_Verkaufsvorgänge</a:t>
            </a:r>
            <a:r>
              <a:rPr lang="de-DE" dirty="0"/>
              <a:t>: 1x täglich</a:t>
            </a:r>
          </a:p>
          <a:p>
            <a:r>
              <a:rPr lang="de-DE" dirty="0" err="1"/>
              <a:t>D_Filialen</a:t>
            </a:r>
            <a:r>
              <a:rPr lang="de-DE" dirty="0"/>
              <a:t>: 1x monatlich</a:t>
            </a:r>
          </a:p>
          <a:p>
            <a:r>
              <a:rPr lang="de-DE" dirty="0" err="1"/>
              <a:t>D_Produkte</a:t>
            </a:r>
            <a:r>
              <a:rPr lang="de-DE" dirty="0"/>
              <a:t>: 1x wöchentlich</a:t>
            </a:r>
          </a:p>
          <a:p>
            <a:r>
              <a:rPr lang="de-DE" dirty="0" err="1"/>
              <a:t>F_Verkäufe</a:t>
            </a:r>
            <a:r>
              <a:rPr lang="de-DE" dirty="0"/>
              <a:t>: 1x täglich</a:t>
            </a:r>
          </a:p>
          <a:p>
            <a:r>
              <a:rPr lang="de-DE" dirty="0" err="1"/>
              <a:t>F_Verkäuferumsatz</a:t>
            </a:r>
            <a:r>
              <a:rPr lang="de-DE" dirty="0"/>
              <a:t>: 1x täglich</a:t>
            </a:r>
          </a:p>
        </p:txBody>
      </p:sp>
    </p:spTree>
    <p:extLst>
      <p:ext uri="{BB962C8B-B14F-4D97-AF65-F5344CB8AC3E}">
        <p14:creationId xmlns:p14="http://schemas.microsoft.com/office/powerpoint/2010/main" val="4114964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69FE8D-0CB5-4023-A492-99B9D3B89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haben wir gelernt?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BD74B3-4CB1-49EE-BE27-797EDCCA8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Entscheidungen die in der BDB unwichtig wirken, können bei der Realisation des DWH und besonders des ETL zu deutlich erhöhter Komplexität führen</a:t>
            </a:r>
          </a:p>
          <a:p>
            <a:r>
              <a:rPr lang="de-DE" dirty="0"/>
              <a:t> Wir mussten sehr viele Dinge, die für die Realität sinnvoll gewesen wären, weglassen, um den Rahmen nicht zu sprengen</a:t>
            </a:r>
            <a:br>
              <a:rPr lang="de-DE" dirty="0"/>
            </a:br>
            <a:r>
              <a:rPr lang="de-DE" dirty="0">
                <a:sym typeface="Wingdings" panose="05000000000000000000" pitchFamily="2" charset="2"/>
              </a:rPr>
              <a:t> Reale Projekte sind nochmal deutlich umfangreicher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5700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Office PowerPoint</Application>
  <PresentationFormat>Breitbild</PresentationFormat>
  <Paragraphs>16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</vt:lpstr>
      <vt:lpstr>PowerPoint-Präsentation</vt:lpstr>
      <vt:lpstr>Einschränkungen / Randbedingungen</vt:lpstr>
      <vt:lpstr>Schedule von ETL</vt:lpstr>
      <vt:lpstr>Was haben wir gelernt?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Alfa</dc:creator>
  <cp:lastModifiedBy>Alfa</cp:lastModifiedBy>
  <cp:revision>4</cp:revision>
  <dcterms:created xsi:type="dcterms:W3CDTF">2026-08-28T07:01:04Z</dcterms:created>
  <dcterms:modified xsi:type="dcterms:W3CDTF">2026-08-28T07:50:57Z</dcterms:modified>
</cp:coreProperties>
</file>